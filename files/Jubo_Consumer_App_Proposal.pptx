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0B7A8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640080"/>
            <a:ext cx="2560320" cy="2560320"/>
          </a:xfrm>
          <a:prstGeom prst="ellipse">
            <a:avLst/>
          </a:prstGeom>
          <a:solidFill>
            <a:srgbClr val="3FC1C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0B7A8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FOR JUBO · NEW CONSUMER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6459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Health,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Ten Seconds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direct-to-consumer wellness app anyone can use — powered by Jubo's clinical data and care AI. Jubo's expertise finally reaches the phone in everyone's pocket, not just the nursing station.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1700784" cy="475488"/>
          </a:xfrm>
          <a:prstGeom prst="roundRect">
            <a:avLst>
              <a:gd name="adj" fmla="val 50000"/>
            </a:avLst>
          </a:prstGeom>
          <a:solidFill>
            <a:srgbClr val="0B7A8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37760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臉部量測 rPPG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52344" y="4937760"/>
            <a:ext cx="1115568" cy="475488"/>
          </a:xfrm>
          <a:prstGeom prst="roundRect">
            <a:avLst>
              <a:gd name="adj" fmla="val 50000"/>
            </a:avLst>
          </a:prstGeom>
          <a:solidFill>
            <a:srgbClr val="0B7A85"/>
          </a:solidFill>
          <a:ln/>
        </p:spPr>
      </p:sp>
      <p:sp>
        <p:nvSpPr>
          <p:cNvPr id="11" name="Text 9"/>
          <p:cNvSpPr/>
          <p:nvPr/>
        </p:nvSpPr>
        <p:spPr>
          <a:xfrm>
            <a:off x="2752344" y="49377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全齡層對象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96512" y="4937760"/>
            <a:ext cx="1847088" cy="475488"/>
          </a:xfrm>
          <a:prstGeom prst="roundRect">
            <a:avLst>
              <a:gd name="adj" fmla="val 50000"/>
            </a:avLst>
          </a:prstGeom>
          <a:solidFill>
            <a:srgbClr val="0B7A85"/>
          </a:solidFill>
          <a:ln/>
        </p:spPr>
      </p:sp>
      <p:sp>
        <p:nvSpPr>
          <p:cNvPr id="13" name="Text 11"/>
          <p:cNvSpPr/>
          <p:nvPr/>
        </p:nvSpPr>
        <p:spPr>
          <a:xfrm>
            <a:off x="4096512" y="493776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Jubo AI 引擎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MoodMons · @magicmonx    |    B2C companion to Jubo's B2B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Jubo already has what consumer apps fight to earn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CONSUMER MARKET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880360" y="2532888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use a health app — but 23% quit the ones they tried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3447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80360" y="3465576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elderly-care apps alone by 2035; broad wellness far larger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4379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4398264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cause: generic apps with no trusted data or real insight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132A32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9672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JUBO'S UNFAIR ADVANTAGE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19672" y="2542032"/>
            <a:ext cx="566928" cy="566928"/>
          </a:xfrm>
          <a:prstGeom prst="ellipse">
            <a:avLst/>
          </a:prstGeom>
          <a:solidFill>
            <a:srgbClr val="0B7A85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2679192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69480" y="2505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3B+ real care records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69480" y="28712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BF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no consumer app can buy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19672" y="3474720"/>
            <a:ext cx="566928" cy="566928"/>
          </a:xfrm>
          <a:prstGeom prst="ellipse">
            <a:avLst/>
          </a:prstGeom>
          <a:solidFill>
            <a:srgbClr val="0B7A8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361188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69480" y="3438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Clinical-grade trust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269480" y="38039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BF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 brand people already believe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19672" y="4407408"/>
            <a:ext cx="566928" cy="566928"/>
          </a:xfrm>
          <a:prstGeom prst="ellipse">
            <a:avLst/>
          </a:prstGeom>
          <a:solidFill>
            <a:srgbClr val="0B7A8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454456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6948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care AI engine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269480" y="4736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BF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reused, not rebuilt from scratch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play: turn a B2B data moat into a B2C product. Same expertise, a hundred-times-larger audience.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health-app usage &amp; churn 2026; elderly-care apps market forecast; Jubo company figures.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tap: point the camera, understand your body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093976"/>
            <a:ext cx="822960" cy="82296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286000"/>
            <a:ext cx="420624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24712" y="3081528"/>
            <a:ext cx="110093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/>
        </p:spPr>
      </p:sp>
      <p:sp>
        <p:nvSpPr>
          <p:cNvPr id="8" name="Text 5"/>
          <p:cNvSpPr/>
          <p:nvPr/>
        </p:nvSpPr>
        <p:spPr>
          <a:xfrm>
            <a:off x="1124712" y="3081528"/>
            <a:ext cx="110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" y="348386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10-sec Face Scan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24712" y="3995928"/>
            <a:ext cx="1993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front camera. rPPG reads heart rate, BP, SpO₂ — no cuff, no wearable, no hardware cost.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75888" y="17830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68496" y="2093976"/>
            <a:ext cx="822960" cy="82296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2286000"/>
            <a:ext cx="420624" cy="4206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977640" y="3081528"/>
            <a:ext cx="1100938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/>
        </p:spPr>
      </p:sp>
      <p:sp>
        <p:nvSpPr>
          <p:cNvPr id="15" name="Text 11"/>
          <p:cNvSpPr/>
          <p:nvPr/>
        </p:nvSpPr>
        <p:spPr>
          <a:xfrm>
            <a:off x="3977640" y="3081528"/>
            <a:ext cx="110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977640" y="348386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&amp; Trends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977640" y="3995928"/>
            <a:ext cx="1993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builds a personal timeline. Clear visuals plus a smart alert when something drifts off-pattern.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28816" y="17830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21424" y="2093976"/>
            <a:ext cx="822960" cy="82296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286000"/>
            <a:ext cx="420624" cy="42062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830568" y="3081528"/>
            <a:ext cx="1100938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22" name="Text 17"/>
          <p:cNvSpPr/>
          <p:nvPr/>
        </p:nvSpPr>
        <p:spPr>
          <a:xfrm>
            <a:off x="6830568" y="3081528"/>
            <a:ext cx="110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830568" y="348386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Health Companion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830568" y="3995928"/>
            <a:ext cx="1993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Jubo's care AI turns raw numbers into plain-language guidance — what's normal for you, what to watch.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381744" y="178308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674352" y="2093976"/>
            <a:ext cx="822960" cy="82296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286000"/>
            <a:ext cx="420624" cy="42062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83496" y="3081528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/>
        </p:spPr>
      </p:sp>
      <p:sp>
        <p:nvSpPr>
          <p:cNvPr id="29" name="Text 23"/>
          <p:cNvSpPr/>
          <p:nvPr/>
        </p:nvSpPr>
        <p:spPr>
          <a:xfrm>
            <a:off x="9683496" y="30815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9683496" y="3483864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安心 Sharing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683496" y="3995928"/>
            <a:ext cx="1993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 family, friends or a community. Peace-of-mind sharing is what makes a health app a daily habit.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 &amp; 2 are the required core. The AI companion is what Jubo — and only Jubo — can make genuinely trustworthy.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4023360" cy="4023360"/>
          </a:xfrm>
          <a:prstGeom prst="ellipse">
            <a:avLst/>
          </a:prstGeom>
          <a:solidFill>
            <a:srgbClr val="0B7A85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Jubo's data makes the app smart — the app makes the data bigger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9344" y="2148840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35000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363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Jubo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42416" y="350215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3B+ care records train the health models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91840" y="26517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639312" y="187452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25696" y="2148840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5000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31363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858768" y="350215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each consumer's readings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108192" y="26517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55664" y="187452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42048" y="2148840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350008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55664" y="31363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app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675120" y="350215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scan, log &amp; share daily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924544" y="265176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72016" y="1874520"/>
            <a:ext cx="24871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058400" y="2148840"/>
            <a:ext cx="914400" cy="9144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2350008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72016" y="31363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signal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491472" y="350215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trends sharpen the models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a flywheel: more users → better AI → more users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292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63040" y="49560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defends itself: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can copy a face-scan feature in a month. They cannot copy Jubo's decade of care data or its clinical credibility. That's the moat.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868680" y="5943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F4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caution: 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F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rPPG blood pressure is screening-grade (±5–12 mmHg), not diagnostic. Position as wellness trend-tracking with cuff confirmation, not a medical device.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revenue line, built on what Jubo already owns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167128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MVP: scan + trends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2368296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features 1 &amp; 2 as a free consumer app. Prove the 10-sec scan and retention loop with real users.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783080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67128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88352" y="1984248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the AI companion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88352" y="2368296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 Jubo's care AI for plain-language insight — the paid tier and the reason people stay.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55848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5568" y="3739896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7398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20240" y="3557016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941064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Freemium: free tracking, premium AI coaching &amp; family sharing. B2B2C bundles via Jubo's channels later.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1072" y="3355848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14300" dist="38100" dir="5400000">
              <a:srgbClr val="0B2A3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739896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398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88352" y="3557016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Wellness, not medicine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88352" y="3941064"/>
            <a:ext cx="3813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Screening-grade positioning + cuff-confirmation guidance keeps it a consumer product, not a regulated device.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166360"/>
            <a:ext cx="10497312" cy="1005840"/>
          </a:xfrm>
          <a:prstGeom prst="roundRect">
            <a:avLst>
              <a:gd name="adj" fmla="val 9091"/>
            </a:avLst>
          </a:prstGeom>
          <a:solidFill>
            <a:srgbClr val="132A3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5458968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83080" y="5349240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one-liner for Jubo: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spent years building the best care data in the market. This app puts it in millions of pockets — and turns B2B expertise into a B2C brand.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Consumer Health App for Jubo</dc:title>
  <dc:subject>PptxGenJS Presentation</dc:subject>
  <dc:creator>MoodMons / Magic</dc:creator>
  <cp:lastModifiedBy>MoodMons / Magic</cp:lastModifiedBy>
  <cp:revision>1</cp:revision>
  <dcterms:created xsi:type="dcterms:W3CDTF">2026-07-02T14:28:20Z</dcterms:created>
  <dcterms:modified xsi:type="dcterms:W3CDTF">2026-07-02T14:28:20Z</dcterms:modified>
</cp:coreProperties>
</file>